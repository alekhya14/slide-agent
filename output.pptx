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5-Year Financial Projections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100000.0</c:v>
                </c:pt>
                <c:pt idx="1">
                  <c:v>150000.0</c:v>
                </c:pt>
                <c:pt idx="2">
                  <c:v>225000.0</c:v>
                </c:pt>
                <c:pt idx="3">
                  <c:v>300000.0</c:v>
                </c:pt>
                <c:pt idx="4">
                  <c:v>400000.0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Our Kids Clothing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brand</a:t>
            </a:r>
          </a:p>
          <a:p>
            <a:pPr/>
            <a:r>
              <a:t>Mission and vision</a:t>
            </a:r>
          </a:p>
          <a:p>
            <a:pPr/>
            <a:r>
              <a:t>Target market and demographics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trends in kids clothing</a:t>
            </a:r>
          </a:p>
          <a:p>
            <a:pPr/>
            <a:r>
              <a:t>Market size and growth potential</a:t>
            </a:r>
          </a:p>
          <a:p>
            <a:pPr/>
            <a:r>
              <a:t>Competitive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Types of clothing offered</a:t>
            </a:r>
          </a:p>
          <a:p>
            <a:pPr/>
            <a:r>
              <a:t>Unique selling propositions</a:t>
            </a:r>
          </a:p>
          <a:p>
            <a:pPr/>
            <a:r>
              <a:t>Sustainability and ethical sourcing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Branding and positioning</a:t>
            </a:r>
          </a:p>
          <a:p>
            <a:pPr/>
            <a:r>
              <a:t>Digital marketing initiatives</a:t>
            </a:r>
          </a:p>
          <a:p>
            <a:pPr/>
            <a:r>
              <a:t>Partnerships and collaborations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Distribution channels</a:t>
            </a:r>
          </a:p>
          <a:p>
            <a:pPr/>
            <a:r>
              <a:t>Retail partnerships</a:t>
            </a:r>
          </a:p>
          <a:p>
            <a:pPr/>
            <a:r>
              <a:t>E-commerce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(Year 1-5)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Amount of funding needed</a:t>
            </a:r>
          </a:p>
          <a:p>
            <a:pPr/>
            <a:r>
              <a:t>Use of funds</a:t>
            </a:r>
          </a:p>
          <a:p>
            <a:pPr/>
            <a:r>
              <a:t>Projected return on investment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key points</a:t>
            </a:r>
          </a:p>
          <a:p>
            <a:pPr/>
            <a:r>
              <a:t>Call to action for investors</a:t>
            </a:r>
          </a:p>
          <a:p>
            <a:pPr/>
            <a:r>
              <a:t>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